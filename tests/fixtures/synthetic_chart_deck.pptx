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Выручка по сегментам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Облако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12.0</c:v>
                </c:pt>
                <c:pt idx="1">
                  <c:v>18.5</c:v>
                </c:pt>
                <c:pt idx="2">
                  <c:v>24.0</c:v>
                </c:pt>
                <c:pt idx="3">
                  <c:v>31.2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On-prem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40.0</c:v>
                </c:pt>
                <c:pt idx="1">
                  <c:v>35.0</c:v>
                </c:pt>
                <c:pt idx="2">
                  <c:v>28.0</c:v>
                </c:pt>
                <c:pt idx="3">
                  <c:v>20.0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Структура выручки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Доля рынка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IaaS</c:v>
                </c:pt>
                <c:pt idx="1">
                  <c:v>PaaS</c:v>
                </c:pt>
                <c:pt idx="2">
                  <c:v>SaaS</c:v>
                </c:pt>
                <c:pt idx="3">
                  <c:v>Прочее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45.0</c:v>
                </c:pt>
                <c:pt idx="1">
                  <c:v>25.0</c:v>
                </c:pt>
                <c:pt idx="2">
                  <c:v>20.0</c:v>
                </c:pt>
                <c:pt idx="3">
                  <c:v>10.0</c:v>
                </c:pt>
              </c:numCache>
            </c:numRef>
          </c:val>
        </c:ser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Динамика ARR и оттока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ARR</c:v>
                </c:pt>
              </c:strCache>
            </c:strRef>
          </c:tx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10.0</c:v>
                </c:pt>
                <c:pt idx="1">
                  <c:v>14.0</c:v>
                </c:pt>
                <c:pt idx="2">
                  <c:v>19.0</c:v>
                </c:pt>
                <c:pt idx="3">
                  <c:v>26.0</c:v>
                </c:pt>
                <c:pt idx="4">
                  <c:v>35.0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Churn</c:v>
                </c:pt>
              </c:strCache>
            </c:strRef>
          </c:tx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5.0</c:v>
                </c:pt>
                <c:pt idx="1">
                  <c:v>4.5</c:v>
                </c:pt>
                <c:pt idx="2">
                  <c:v>4.0</c:v>
                </c:pt>
                <c:pt idx="3">
                  <c:v>3.2</c:v>
                </c:pt>
                <c:pt idx="4">
                  <c:v>2.8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457200" y="914400"/>
          <a:ext cx="82296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457200" y="914400"/>
          <a:ext cx="82296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457200" y="914400"/>
          <a:ext cx="82296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Итоги квартала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