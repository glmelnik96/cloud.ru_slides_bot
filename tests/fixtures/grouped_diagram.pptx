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00" name="outerGroup"/>
          <p:cNvGrpSpPr/>
          <p:nvPr/>
        </p:nvGrpSpPr>
        <p:grpSpPr>
          <a:xfrm>
            <a:off x="0" y="0"/>
            <a:ext cx="3000000" cy="1200000"/>
            <a:chOff x="0" y="0"/>
            <a:chExt cx="3000000" cy="1200000"/>
          </a:xfrm>
        </p:grpSpPr>
        <p:sp>
          <p:nvSpPr>
            <p:cNvPr id="2" name="TextBox 1"/>
            <p:cNvSpPr txBox="1"/>
            <p:nvPr/>
          </p:nvSpPr>
          <p:spPr>
            <a:xfrm>
              <a:off x="0" y="0"/>
              <a:ext cx="800000" cy="4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Node A</a:t>
              </a: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900000" y="0"/>
              <a:ext cx="800000" cy="4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Node B</a:t>
              </a:r>
            </a:p>
          </p:txBody>
        </p:sp>
        <p:grpSp>
          <p:nvGrpSpPr>
            <p:cNvPr id="901" name="innerGroup"/>
            <p:cNvGrpSpPr/>
            <p:nvPr/>
          </p:nvGrpSpPr>
          <p:grpSpPr>
            <a:xfrm>
              <a:off x="0" y="0"/>
              <a:ext cx="3000000" cy="1200000"/>
              <a:chOff x="0" y="0"/>
              <a:chExt cx="3000000" cy="1200000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1800000" y="0"/>
                <a:ext cx="800000" cy="4000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Node C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